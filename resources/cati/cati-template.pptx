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/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B4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483EA-7E18-5F98-2F85-1DC333CC0DA4}" v="1" dt="2026-08-07T17:43:09.2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1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aldaconi Roldão" userId="S::hvar.fabio@leomadeiras.com.br::ab3ceb5f-e1a7-41b9-b207-d1d4353681a4" providerId="AD" clId="Web-{A41483EA-7E18-5F98-2F85-1DC333CC0DA4}"/>
    <pc:docChg chg="modSld">
      <pc:chgData name="Fabio Baldaconi Roldão" userId="S::hvar.fabio@leomadeiras.com.br::ab3ceb5f-e1a7-41b9-b207-d1d4353681a4" providerId="AD" clId="Web-{A41483EA-7E18-5F98-2F85-1DC333CC0DA4}" dt="2026-08-07T17:43:09.295" v="0"/>
      <pc:docMkLst>
        <pc:docMk/>
      </pc:docMkLst>
      <pc:sldChg chg="mod modShow">
        <pc:chgData name="Fabio Baldaconi Roldão" userId="S::hvar.fabio@leomadeiras.com.br::ab3ceb5f-e1a7-41b9-b207-d1d4353681a4" providerId="AD" clId="Web-{A41483EA-7E18-5F98-2F85-1DC333CC0DA4}" dt="2026-08-07T17:43:09.295" v="0"/>
        <pc:sldMkLst>
          <pc:docMk/>
          <pc:sldMk cId="3394383748" sldId="257"/>
        </pc:sldMkLst>
      </pc:sldChg>
    </pc:docChg>
  </pc:docChgLst>
  <pc:docChgLst>
    <pc:chgData name="Arthur Soares - Cadastro" userId="36e7f7d4-ab0b-4e3c-b1e2-1a188f202a61" providerId="ADAL" clId="{011097F5-0B7A-4E5A-BDCA-D071B8303132}"/>
    <pc:docChg chg="modSld">
      <pc:chgData name="Arthur Soares - Cadastro" userId="36e7f7d4-ab0b-4e3c-b1e2-1a188f202a61" providerId="ADAL" clId="{011097F5-0B7A-4E5A-BDCA-D071B8303132}" dt="2026-08-07T11:58:56.106" v="31" actId="20577"/>
      <pc:docMkLst>
        <pc:docMk/>
      </pc:docMkLst>
      <pc:sldChg chg="modSp mod">
        <pc:chgData name="Arthur Soares - Cadastro" userId="36e7f7d4-ab0b-4e3c-b1e2-1a188f202a61" providerId="ADAL" clId="{011097F5-0B7A-4E5A-BDCA-D071B8303132}" dt="2026-08-07T11:58:56.106" v="31" actId="20577"/>
        <pc:sldMkLst>
          <pc:docMk/>
          <pc:sldMk cId="1483665083" sldId="2854"/>
        </pc:sldMkLst>
        <pc:spChg chg="mod">
          <ac:chgData name="Arthur Soares - Cadastro" userId="36e7f7d4-ab0b-4e3c-b1e2-1a188f202a61" providerId="ADAL" clId="{011097F5-0B7A-4E5A-BDCA-D071B8303132}" dt="2026-08-07T11:58:56.106" v="31" actId="20577"/>
          <ac:spMkLst>
            <pc:docMk/>
            <pc:sldMk cId="1483665083" sldId="2854"/>
            <ac:spMk id="7" creationId="{6C4FDF17-D8EC-2199-4ADE-2ECC2678E1D3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EAD1E-A24D-4386-9C7A-1FC1FC8F7312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58044-2846-4C5B-BE27-D4D588D9F9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71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branco com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ítulo 1">
            <a:extLst>
              <a:ext uri="{FF2B5EF4-FFF2-40B4-BE49-F238E27FC236}">
                <a16:creationId xmlns:a16="http://schemas.microsoft.com/office/drawing/2014/main" id="{FCD1246A-D743-FB5C-6A19-F9DE9C09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28" y="252636"/>
            <a:ext cx="10515600" cy="38396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1C5833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134A303-E14F-5905-D525-129AFA961422}"/>
              </a:ext>
            </a:extLst>
          </p:cNvPr>
          <p:cNvGrpSpPr/>
          <p:nvPr userDrawn="1"/>
        </p:nvGrpSpPr>
        <p:grpSpPr>
          <a:xfrm>
            <a:off x="-1962" y="6505740"/>
            <a:ext cx="12193962" cy="367740"/>
            <a:chOff x="-1962" y="6505740"/>
            <a:chExt cx="12193962" cy="367740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7D1DC976-2EAD-B3B9-17F4-A761BD6719C7}"/>
                </a:ext>
              </a:extLst>
            </p:cNvPr>
            <p:cNvSpPr/>
            <p:nvPr/>
          </p:nvSpPr>
          <p:spPr>
            <a:xfrm>
              <a:off x="2376137" y="6513480"/>
              <a:ext cx="9455857" cy="360000"/>
            </a:xfrm>
            <a:prstGeom prst="rect">
              <a:avLst/>
            </a:prstGeom>
            <a:solidFill>
              <a:srgbClr val="1C58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FEDCD75-EF08-2DB5-FBBC-F2D310830316}"/>
                </a:ext>
              </a:extLst>
            </p:cNvPr>
            <p:cNvSpPr/>
            <p:nvPr/>
          </p:nvSpPr>
          <p:spPr>
            <a:xfrm>
              <a:off x="2250769" y="6750313"/>
              <a:ext cx="7025362" cy="118582"/>
            </a:xfrm>
            <a:custGeom>
              <a:avLst/>
              <a:gdLst>
                <a:gd name="connsiteX0" fmla="*/ 0 w 8353888"/>
                <a:gd name="connsiteY0" fmla="*/ 0 h 159798"/>
                <a:gd name="connsiteX1" fmla="*/ 8353888 w 8353888"/>
                <a:gd name="connsiteY1" fmla="*/ 0 h 159798"/>
                <a:gd name="connsiteX2" fmla="*/ 8353888 w 8353888"/>
                <a:gd name="connsiteY2" fmla="*/ 159798 h 15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53888" h="159798">
                  <a:moveTo>
                    <a:pt x="0" y="0"/>
                  </a:moveTo>
                  <a:lnTo>
                    <a:pt x="8353888" y="0"/>
                  </a:lnTo>
                  <a:lnTo>
                    <a:pt x="8353888" y="159798"/>
                  </a:lnTo>
                </a:path>
              </a:pathLst>
            </a:custGeom>
            <a:noFill/>
            <a:ln w="12700">
              <a:solidFill>
                <a:srgbClr val="DAFF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67A3217-21E3-A536-FC9E-C9228A4F4460}"/>
                </a:ext>
              </a:extLst>
            </p:cNvPr>
            <p:cNvSpPr/>
            <p:nvPr/>
          </p:nvSpPr>
          <p:spPr>
            <a:xfrm>
              <a:off x="11786260" y="6513480"/>
              <a:ext cx="405740" cy="360000"/>
            </a:xfrm>
            <a:prstGeom prst="rect">
              <a:avLst/>
            </a:prstGeom>
            <a:solidFill>
              <a:srgbClr val="83B4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2" name="Imagem 11" descr="Logotipo&#10;&#10;Descrição gerada automaticamente">
              <a:extLst>
                <a:ext uri="{FF2B5EF4-FFF2-40B4-BE49-F238E27FC236}">
                  <a16:creationId xmlns:a16="http://schemas.microsoft.com/office/drawing/2014/main" id="{85AF2AE9-7E2B-C295-0241-4FF96F828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48506" y="6549067"/>
              <a:ext cx="291359" cy="288825"/>
            </a:xfrm>
            <a:prstGeom prst="rect">
              <a:avLst/>
            </a:prstGeom>
          </p:spPr>
        </p:pic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C5044946-C514-6C0C-37BD-55ECA39FF26D}"/>
                </a:ext>
              </a:extLst>
            </p:cNvPr>
            <p:cNvSpPr/>
            <p:nvPr/>
          </p:nvSpPr>
          <p:spPr>
            <a:xfrm>
              <a:off x="9819167" y="6507332"/>
              <a:ext cx="1544250" cy="218200"/>
            </a:xfrm>
            <a:custGeom>
              <a:avLst/>
              <a:gdLst>
                <a:gd name="connsiteX0" fmla="*/ 1269506 w 1269506"/>
                <a:gd name="connsiteY0" fmla="*/ 0 h 133165"/>
                <a:gd name="connsiteX1" fmla="*/ 1269506 w 1269506"/>
                <a:gd name="connsiteY1" fmla="*/ 133165 h 133165"/>
                <a:gd name="connsiteX2" fmla="*/ 0 w 1269506"/>
                <a:gd name="connsiteY2" fmla="*/ 133165 h 133165"/>
                <a:gd name="connsiteX3" fmla="*/ 0 w 1269506"/>
                <a:gd name="connsiteY3" fmla="*/ 8878 h 13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506" h="133165">
                  <a:moveTo>
                    <a:pt x="1269506" y="0"/>
                  </a:moveTo>
                  <a:lnTo>
                    <a:pt x="1269506" y="133165"/>
                  </a:lnTo>
                  <a:lnTo>
                    <a:pt x="0" y="133165"/>
                  </a:lnTo>
                  <a:lnTo>
                    <a:pt x="0" y="8878"/>
                  </a:lnTo>
                </a:path>
              </a:pathLst>
            </a:custGeom>
            <a:noFill/>
            <a:ln w="12700">
              <a:solidFill>
                <a:srgbClr val="DAFF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B4DCA9D1-29A6-1733-E2CA-5A47F16FA1A1}"/>
                </a:ext>
              </a:extLst>
            </p:cNvPr>
            <p:cNvSpPr/>
            <p:nvPr userDrawn="1"/>
          </p:nvSpPr>
          <p:spPr>
            <a:xfrm>
              <a:off x="-1962" y="6505740"/>
              <a:ext cx="2580062" cy="360000"/>
            </a:xfrm>
            <a:prstGeom prst="rect">
              <a:avLst/>
            </a:prstGeom>
            <a:solidFill>
              <a:srgbClr val="DAFF0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B7041B4-C41C-20E8-9F64-01373F1DE6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21074" b="21476"/>
            <a:stretch/>
          </p:blipFill>
          <p:spPr>
            <a:xfrm>
              <a:off x="60566" y="6592664"/>
              <a:ext cx="2413000" cy="226178"/>
            </a:xfrm>
            <a:prstGeom prst="rect">
              <a:avLst/>
            </a:prstGeom>
          </p:spPr>
        </p:pic>
      </p:grpSp>
      <p:sp>
        <p:nvSpPr>
          <p:cNvPr id="4" name="Forma Livre 3">
            <a:extLst>
              <a:ext uri="{FF2B5EF4-FFF2-40B4-BE49-F238E27FC236}">
                <a16:creationId xmlns:a16="http://schemas.microsoft.com/office/drawing/2014/main" id="{79B361B2-6C59-0545-3804-D41A74F2879A}"/>
              </a:ext>
            </a:extLst>
          </p:cNvPr>
          <p:cNvSpPr/>
          <p:nvPr userDrawn="1"/>
        </p:nvSpPr>
        <p:spPr>
          <a:xfrm rot="5400000">
            <a:off x="15186" y="235488"/>
            <a:ext cx="383969" cy="418265"/>
          </a:xfrm>
          <a:custGeom>
            <a:avLst/>
            <a:gdLst>
              <a:gd name="connsiteX0" fmla="*/ 0 w 458428"/>
              <a:gd name="connsiteY0" fmla="*/ 0 h 418265"/>
              <a:gd name="connsiteX1" fmla="*/ 386583 w 458428"/>
              <a:gd name="connsiteY1" fmla="*/ 0 h 418265"/>
              <a:gd name="connsiteX2" fmla="*/ 458428 w 458428"/>
              <a:gd name="connsiteY2" fmla="*/ 71845 h 418265"/>
              <a:gd name="connsiteX3" fmla="*/ 458428 w 458428"/>
              <a:gd name="connsiteY3" fmla="*/ 418265 h 418265"/>
              <a:gd name="connsiteX4" fmla="*/ 0 w 458428"/>
              <a:gd name="connsiteY4" fmla="*/ 418265 h 418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28" h="418265">
                <a:moveTo>
                  <a:pt x="0" y="0"/>
                </a:moveTo>
                <a:lnTo>
                  <a:pt x="386583" y="0"/>
                </a:lnTo>
                <a:cubicBezTo>
                  <a:pt x="426262" y="0"/>
                  <a:pt x="458428" y="32166"/>
                  <a:pt x="458428" y="71845"/>
                </a:cubicBezTo>
                <a:lnTo>
                  <a:pt x="458428" y="418265"/>
                </a:lnTo>
                <a:lnTo>
                  <a:pt x="0" y="418265"/>
                </a:lnTo>
                <a:close/>
              </a:path>
            </a:pathLst>
          </a:custGeom>
          <a:solidFill>
            <a:srgbClr val="83B4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1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escuro limpo com objetos">
    <p:bg>
      <p:bgPr>
        <a:solidFill>
          <a:srgbClr val="144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6FD8D162-2DBE-0568-AB80-441F81981758}"/>
              </a:ext>
            </a:extLst>
          </p:cNvPr>
          <p:cNvSpPr/>
          <p:nvPr userDrawn="1"/>
        </p:nvSpPr>
        <p:spPr>
          <a:xfrm>
            <a:off x="9880608" y="0"/>
            <a:ext cx="2321585" cy="4417585"/>
          </a:xfrm>
          <a:custGeom>
            <a:avLst/>
            <a:gdLst>
              <a:gd name="connsiteX0" fmla="*/ 0 w 2666261"/>
              <a:gd name="connsiteY0" fmla="*/ 0 h 5073445"/>
              <a:gd name="connsiteX1" fmla="*/ 2666261 w 2666261"/>
              <a:gd name="connsiteY1" fmla="*/ 0 h 5073445"/>
              <a:gd name="connsiteX2" fmla="*/ 2666261 w 2666261"/>
              <a:gd name="connsiteY2" fmla="*/ 5073445 h 5073445"/>
              <a:gd name="connsiteX3" fmla="*/ 159806 w 2666261"/>
              <a:gd name="connsiteY3" fmla="*/ 5073445 h 5073445"/>
              <a:gd name="connsiteX4" fmla="*/ 0 w 2666261"/>
              <a:gd name="connsiteY4" fmla="*/ 4913639 h 5073445"/>
              <a:gd name="connsiteX0" fmla="*/ 2666261 w 2757701"/>
              <a:gd name="connsiteY0" fmla="*/ 0 h 5073445"/>
              <a:gd name="connsiteX1" fmla="*/ 2666261 w 2757701"/>
              <a:gd name="connsiteY1" fmla="*/ 5073445 h 5073445"/>
              <a:gd name="connsiteX2" fmla="*/ 159806 w 2757701"/>
              <a:gd name="connsiteY2" fmla="*/ 5073445 h 5073445"/>
              <a:gd name="connsiteX3" fmla="*/ 0 w 2757701"/>
              <a:gd name="connsiteY3" fmla="*/ 4913639 h 5073445"/>
              <a:gd name="connsiteX4" fmla="*/ 0 w 2757701"/>
              <a:gd name="connsiteY4" fmla="*/ 0 h 5073445"/>
              <a:gd name="connsiteX5" fmla="*/ 2757701 w 2757701"/>
              <a:gd name="connsiteY5" fmla="*/ 91440 h 5073445"/>
              <a:gd name="connsiteX0" fmla="*/ 2666261 w 2666261"/>
              <a:gd name="connsiteY0" fmla="*/ 0 h 5073445"/>
              <a:gd name="connsiteX1" fmla="*/ 2666261 w 2666261"/>
              <a:gd name="connsiteY1" fmla="*/ 5073445 h 5073445"/>
              <a:gd name="connsiteX2" fmla="*/ 159806 w 2666261"/>
              <a:gd name="connsiteY2" fmla="*/ 5073445 h 5073445"/>
              <a:gd name="connsiteX3" fmla="*/ 0 w 2666261"/>
              <a:gd name="connsiteY3" fmla="*/ 4913639 h 5073445"/>
              <a:gd name="connsiteX4" fmla="*/ 0 w 2666261"/>
              <a:gd name="connsiteY4" fmla="*/ 0 h 5073445"/>
              <a:gd name="connsiteX0" fmla="*/ 2666261 w 2666261"/>
              <a:gd name="connsiteY0" fmla="*/ 5073445 h 5073445"/>
              <a:gd name="connsiteX1" fmla="*/ 159806 w 2666261"/>
              <a:gd name="connsiteY1" fmla="*/ 5073445 h 5073445"/>
              <a:gd name="connsiteX2" fmla="*/ 0 w 2666261"/>
              <a:gd name="connsiteY2" fmla="*/ 4913639 h 5073445"/>
              <a:gd name="connsiteX3" fmla="*/ 0 w 2666261"/>
              <a:gd name="connsiteY3" fmla="*/ 0 h 5073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6261" h="5073445">
                <a:moveTo>
                  <a:pt x="2666261" y="5073445"/>
                </a:moveTo>
                <a:lnTo>
                  <a:pt x="159806" y="5073445"/>
                </a:lnTo>
                <a:cubicBezTo>
                  <a:pt x="71548" y="5073445"/>
                  <a:pt x="0" y="5001897"/>
                  <a:pt x="0" y="4913639"/>
                </a:cubicBezTo>
                <a:lnTo>
                  <a:pt x="0" y="0"/>
                </a:lnTo>
              </a:path>
            </a:pathLst>
          </a:custGeom>
          <a:noFill/>
          <a:ln w="9525">
            <a:solidFill>
              <a:srgbClr val="DAF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3" name="Forma Livre 12">
            <a:extLst>
              <a:ext uri="{FF2B5EF4-FFF2-40B4-BE49-F238E27FC236}">
                <a16:creationId xmlns:a16="http://schemas.microsoft.com/office/drawing/2014/main" id="{D34830B5-BFA2-8067-59C4-3E541176E03B}"/>
              </a:ext>
            </a:extLst>
          </p:cNvPr>
          <p:cNvSpPr/>
          <p:nvPr userDrawn="1"/>
        </p:nvSpPr>
        <p:spPr>
          <a:xfrm>
            <a:off x="9873544" y="-24456"/>
            <a:ext cx="2328649" cy="2552096"/>
          </a:xfrm>
          <a:custGeom>
            <a:avLst/>
            <a:gdLst>
              <a:gd name="connsiteX0" fmla="*/ 2664542 w 2674374"/>
              <a:gd name="connsiteY0" fmla="*/ 0 h 2664542"/>
              <a:gd name="connsiteX1" fmla="*/ 0 w 2674374"/>
              <a:gd name="connsiteY1" fmla="*/ 2664542 h 2664542"/>
              <a:gd name="connsiteX2" fmla="*/ 2674374 w 2674374"/>
              <a:gd name="connsiteY2" fmla="*/ 2664542 h 2664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4374" h="2664542">
                <a:moveTo>
                  <a:pt x="2664542" y="0"/>
                </a:moveTo>
                <a:lnTo>
                  <a:pt x="0" y="2664542"/>
                </a:lnTo>
                <a:lnTo>
                  <a:pt x="2674374" y="2664542"/>
                </a:lnTo>
              </a:path>
            </a:pathLst>
          </a:custGeom>
          <a:noFill/>
          <a:ln w="9525">
            <a:solidFill>
              <a:srgbClr val="DAF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89C061A4-2291-F147-C6AB-16CAFAA87667}"/>
              </a:ext>
            </a:extLst>
          </p:cNvPr>
          <p:cNvSpPr/>
          <p:nvPr userDrawn="1"/>
        </p:nvSpPr>
        <p:spPr>
          <a:xfrm rot="5400000">
            <a:off x="-2181001" y="2171165"/>
            <a:ext cx="5702443" cy="1340447"/>
          </a:xfrm>
          <a:custGeom>
            <a:avLst/>
            <a:gdLst>
              <a:gd name="connsiteX0" fmla="*/ 0 w 7786087"/>
              <a:gd name="connsiteY0" fmla="*/ 113891 h 2997914"/>
              <a:gd name="connsiteX1" fmla="*/ 113891 w 7786087"/>
              <a:gd name="connsiteY1" fmla="*/ 0 h 2997914"/>
              <a:gd name="connsiteX2" fmla="*/ 7672196 w 7786087"/>
              <a:gd name="connsiteY2" fmla="*/ 0 h 2997914"/>
              <a:gd name="connsiteX3" fmla="*/ 7786087 w 7786087"/>
              <a:gd name="connsiteY3" fmla="*/ 113891 h 2997914"/>
              <a:gd name="connsiteX4" fmla="*/ 7786087 w 7786087"/>
              <a:gd name="connsiteY4" fmla="*/ 2884023 h 2997914"/>
              <a:gd name="connsiteX5" fmla="*/ 7672196 w 7786087"/>
              <a:gd name="connsiteY5" fmla="*/ 2997914 h 2997914"/>
              <a:gd name="connsiteX6" fmla="*/ 113891 w 7786087"/>
              <a:gd name="connsiteY6" fmla="*/ 2997914 h 2997914"/>
              <a:gd name="connsiteX7" fmla="*/ 0 w 7786087"/>
              <a:gd name="connsiteY7" fmla="*/ 2884023 h 2997914"/>
              <a:gd name="connsiteX8" fmla="*/ 0 w 7786087"/>
              <a:gd name="connsiteY8" fmla="*/ 113891 h 2997914"/>
              <a:gd name="connsiteX0" fmla="*/ 0 w 7786087"/>
              <a:gd name="connsiteY0" fmla="*/ 113891 h 2997914"/>
              <a:gd name="connsiteX1" fmla="*/ 113891 w 7786087"/>
              <a:gd name="connsiteY1" fmla="*/ 0 h 2997914"/>
              <a:gd name="connsiteX2" fmla="*/ 7672196 w 7786087"/>
              <a:gd name="connsiteY2" fmla="*/ 0 h 2997914"/>
              <a:gd name="connsiteX3" fmla="*/ 7786087 w 7786087"/>
              <a:gd name="connsiteY3" fmla="*/ 113891 h 2997914"/>
              <a:gd name="connsiteX4" fmla="*/ 7771799 w 7786087"/>
              <a:gd name="connsiteY4" fmla="*/ 2612151 h 2997914"/>
              <a:gd name="connsiteX5" fmla="*/ 7786087 w 7786087"/>
              <a:gd name="connsiteY5" fmla="*/ 2884023 h 2997914"/>
              <a:gd name="connsiteX6" fmla="*/ 7672196 w 7786087"/>
              <a:gd name="connsiteY6" fmla="*/ 2997914 h 2997914"/>
              <a:gd name="connsiteX7" fmla="*/ 113891 w 7786087"/>
              <a:gd name="connsiteY7" fmla="*/ 2997914 h 2997914"/>
              <a:gd name="connsiteX8" fmla="*/ 0 w 7786087"/>
              <a:gd name="connsiteY8" fmla="*/ 2884023 h 2997914"/>
              <a:gd name="connsiteX9" fmla="*/ 0 w 7786087"/>
              <a:gd name="connsiteY9" fmla="*/ 113891 h 2997914"/>
              <a:gd name="connsiteX0" fmla="*/ 7786087 w 7877527"/>
              <a:gd name="connsiteY0" fmla="*/ 2884023 h 2997914"/>
              <a:gd name="connsiteX1" fmla="*/ 7672196 w 7877527"/>
              <a:gd name="connsiteY1" fmla="*/ 2997914 h 2997914"/>
              <a:gd name="connsiteX2" fmla="*/ 113891 w 7877527"/>
              <a:gd name="connsiteY2" fmla="*/ 2997914 h 2997914"/>
              <a:gd name="connsiteX3" fmla="*/ 0 w 7877527"/>
              <a:gd name="connsiteY3" fmla="*/ 2884023 h 2997914"/>
              <a:gd name="connsiteX4" fmla="*/ 0 w 7877527"/>
              <a:gd name="connsiteY4" fmla="*/ 113891 h 2997914"/>
              <a:gd name="connsiteX5" fmla="*/ 113891 w 7877527"/>
              <a:gd name="connsiteY5" fmla="*/ 0 h 2997914"/>
              <a:gd name="connsiteX6" fmla="*/ 7672196 w 7877527"/>
              <a:gd name="connsiteY6" fmla="*/ 0 h 2997914"/>
              <a:gd name="connsiteX7" fmla="*/ 7786087 w 7877527"/>
              <a:gd name="connsiteY7" fmla="*/ 113891 h 2997914"/>
              <a:gd name="connsiteX8" fmla="*/ 7771799 w 7877527"/>
              <a:gd name="connsiteY8" fmla="*/ 2612151 h 2997914"/>
              <a:gd name="connsiteX9" fmla="*/ 7877527 w 7877527"/>
              <a:gd name="connsiteY9" fmla="*/ 2975463 h 2997914"/>
              <a:gd name="connsiteX0" fmla="*/ 7786087 w 7786087"/>
              <a:gd name="connsiteY0" fmla="*/ 2884023 h 2997914"/>
              <a:gd name="connsiteX1" fmla="*/ 7672196 w 7786087"/>
              <a:gd name="connsiteY1" fmla="*/ 2997914 h 2997914"/>
              <a:gd name="connsiteX2" fmla="*/ 113891 w 7786087"/>
              <a:gd name="connsiteY2" fmla="*/ 2997914 h 2997914"/>
              <a:gd name="connsiteX3" fmla="*/ 0 w 7786087"/>
              <a:gd name="connsiteY3" fmla="*/ 2884023 h 2997914"/>
              <a:gd name="connsiteX4" fmla="*/ 0 w 7786087"/>
              <a:gd name="connsiteY4" fmla="*/ 113891 h 2997914"/>
              <a:gd name="connsiteX5" fmla="*/ 113891 w 7786087"/>
              <a:gd name="connsiteY5" fmla="*/ 0 h 2997914"/>
              <a:gd name="connsiteX6" fmla="*/ 7672196 w 7786087"/>
              <a:gd name="connsiteY6" fmla="*/ 0 h 2997914"/>
              <a:gd name="connsiteX7" fmla="*/ 7786087 w 7786087"/>
              <a:gd name="connsiteY7" fmla="*/ 113891 h 2997914"/>
              <a:gd name="connsiteX8" fmla="*/ 7771799 w 7786087"/>
              <a:gd name="connsiteY8" fmla="*/ 2612151 h 2997914"/>
              <a:gd name="connsiteX0" fmla="*/ 7672196 w 7786087"/>
              <a:gd name="connsiteY0" fmla="*/ 2997914 h 2997914"/>
              <a:gd name="connsiteX1" fmla="*/ 113891 w 7786087"/>
              <a:gd name="connsiteY1" fmla="*/ 2997914 h 2997914"/>
              <a:gd name="connsiteX2" fmla="*/ 0 w 7786087"/>
              <a:gd name="connsiteY2" fmla="*/ 2884023 h 2997914"/>
              <a:gd name="connsiteX3" fmla="*/ 0 w 7786087"/>
              <a:gd name="connsiteY3" fmla="*/ 113891 h 2997914"/>
              <a:gd name="connsiteX4" fmla="*/ 113891 w 7786087"/>
              <a:gd name="connsiteY4" fmla="*/ 0 h 2997914"/>
              <a:gd name="connsiteX5" fmla="*/ 7672196 w 7786087"/>
              <a:gd name="connsiteY5" fmla="*/ 0 h 2997914"/>
              <a:gd name="connsiteX6" fmla="*/ 7786087 w 7786087"/>
              <a:gd name="connsiteY6" fmla="*/ 113891 h 2997914"/>
              <a:gd name="connsiteX7" fmla="*/ 7771799 w 7786087"/>
              <a:gd name="connsiteY7" fmla="*/ 2612151 h 2997914"/>
              <a:gd name="connsiteX0" fmla="*/ 113891 w 7786087"/>
              <a:gd name="connsiteY0" fmla="*/ 2997914 h 2997914"/>
              <a:gd name="connsiteX1" fmla="*/ 0 w 7786087"/>
              <a:gd name="connsiteY1" fmla="*/ 2884023 h 2997914"/>
              <a:gd name="connsiteX2" fmla="*/ 0 w 7786087"/>
              <a:gd name="connsiteY2" fmla="*/ 113891 h 2997914"/>
              <a:gd name="connsiteX3" fmla="*/ 113891 w 7786087"/>
              <a:gd name="connsiteY3" fmla="*/ 0 h 2997914"/>
              <a:gd name="connsiteX4" fmla="*/ 7672196 w 7786087"/>
              <a:gd name="connsiteY4" fmla="*/ 0 h 2997914"/>
              <a:gd name="connsiteX5" fmla="*/ 7786087 w 7786087"/>
              <a:gd name="connsiteY5" fmla="*/ 113891 h 2997914"/>
              <a:gd name="connsiteX6" fmla="*/ 7771799 w 7786087"/>
              <a:gd name="connsiteY6" fmla="*/ 2612151 h 2997914"/>
              <a:gd name="connsiteX0" fmla="*/ 0 w 7786087"/>
              <a:gd name="connsiteY0" fmla="*/ 2884023 h 2884023"/>
              <a:gd name="connsiteX1" fmla="*/ 0 w 7786087"/>
              <a:gd name="connsiteY1" fmla="*/ 113891 h 2884023"/>
              <a:gd name="connsiteX2" fmla="*/ 113891 w 7786087"/>
              <a:gd name="connsiteY2" fmla="*/ 0 h 2884023"/>
              <a:gd name="connsiteX3" fmla="*/ 7672196 w 7786087"/>
              <a:gd name="connsiteY3" fmla="*/ 0 h 2884023"/>
              <a:gd name="connsiteX4" fmla="*/ 7786087 w 7786087"/>
              <a:gd name="connsiteY4" fmla="*/ 113891 h 2884023"/>
              <a:gd name="connsiteX5" fmla="*/ 7771799 w 7786087"/>
              <a:gd name="connsiteY5" fmla="*/ 2612151 h 2884023"/>
              <a:gd name="connsiteX0" fmla="*/ 0 w 7786087"/>
              <a:gd name="connsiteY0" fmla="*/ 113891 h 2612151"/>
              <a:gd name="connsiteX1" fmla="*/ 113891 w 7786087"/>
              <a:gd name="connsiteY1" fmla="*/ 0 h 2612151"/>
              <a:gd name="connsiteX2" fmla="*/ 7672196 w 7786087"/>
              <a:gd name="connsiteY2" fmla="*/ 0 h 2612151"/>
              <a:gd name="connsiteX3" fmla="*/ 7786087 w 7786087"/>
              <a:gd name="connsiteY3" fmla="*/ 113891 h 2612151"/>
              <a:gd name="connsiteX4" fmla="*/ 7771799 w 7786087"/>
              <a:gd name="connsiteY4" fmla="*/ 2612151 h 2612151"/>
              <a:gd name="connsiteX0" fmla="*/ 0 w 7786087"/>
              <a:gd name="connsiteY0" fmla="*/ 113891 h 2612151"/>
              <a:gd name="connsiteX1" fmla="*/ 113891 w 7786087"/>
              <a:gd name="connsiteY1" fmla="*/ 0 h 2612151"/>
              <a:gd name="connsiteX2" fmla="*/ 196135 w 7786087"/>
              <a:gd name="connsiteY2" fmla="*/ 520 h 2612151"/>
              <a:gd name="connsiteX3" fmla="*/ 7672196 w 7786087"/>
              <a:gd name="connsiteY3" fmla="*/ 0 h 2612151"/>
              <a:gd name="connsiteX4" fmla="*/ 7786087 w 7786087"/>
              <a:gd name="connsiteY4" fmla="*/ 113891 h 2612151"/>
              <a:gd name="connsiteX5" fmla="*/ 7771799 w 7786087"/>
              <a:gd name="connsiteY5" fmla="*/ 2612151 h 2612151"/>
              <a:gd name="connsiteX0" fmla="*/ 417395 w 8203482"/>
              <a:gd name="connsiteY0" fmla="*/ 113891 h 2612151"/>
              <a:gd name="connsiteX1" fmla="*/ 613530 w 8203482"/>
              <a:gd name="connsiteY1" fmla="*/ 520 h 2612151"/>
              <a:gd name="connsiteX2" fmla="*/ 8089591 w 8203482"/>
              <a:gd name="connsiteY2" fmla="*/ 0 h 2612151"/>
              <a:gd name="connsiteX3" fmla="*/ 8203482 w 8203482"/>
              <a:gd name="connsiteY3" fmla="*/ 113891 h 2612151"/>
              <a:gd name="connsiteX4" fmla="*/ 8189194 w 8203482"/>
              <a:gd name="connsiteY4" fmla="*/ 2612151 h 2612151"/>
              <a:gd name="connsiteX0" fmla="*/ 0 w 7589952"/>
              <a:gd name="connsiteY0" fmla="*/ 520 h 2612151"/>
              <a:gd name="connsiteX1" fmla="*/ 7476061 w 7589952"/>
              <a:gd name="connsiteY1" fmla="*/ 0 h 2612151"/>
              <a:gd name="connsiteX2" fmla="*/ 7589952 w 7589952"/>
              <a:gd name="connsiteY2" fmla="*/ 113891 h 2612151"/>
              <a:gd name="connsiteX3" fmla="*/ 7575664 w 7589952"/>
              <a:gd name="connsiteY3" fmla="*/ 2612151 h 261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9952" h="2612151">
                <a:moveTo>
                  <a:pt x="0" y="520"/>
                </a:moveTo>
                <a:lnTo>
                  <a:pt x="7476061" y="0"/>
                </a:lnTo>
                <a:cubicBezTo>
                  <a:pt x="7538961" y="0"/>
                  <a:pt x="7589952" y="50991"/>
                  <a:pt x="7589952" y="113891"/>
                </a:cubicBezTo>
                <a:cubicBezTo>
                  <a:pt x="7585189" y="946644"/>
                  <a:pt x="7580427" y="1779398"/>
                  <a:pt x="7575664" y="2612151"/>
                </a:cubicBezTo>
              </a:path>
            </a:pathLst>
          </a:custGeom>
          <a:noFill/>
          <a:ln w="9525">
            <a:solidFill>
              <a:srgbClr val="DAF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BD87B23-CD6D-6D1E-F5CA-BD83B36940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2771314" y="-665288"/>
            <a:ext cx="6677085" cy="5726545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5CD44F0-07DD-A118-8156-2D6368B09A0D}"/>
              </a:ext>
            </a:extLst>
          </p:cNvPr>
          <p:cNvCxnSpPr>
            <a:cxnSpLocks/>
          </p:cNvCxnSpPr>
          <p:nvPr/>
        </p:nvCxnSpPr>
        <p:spPr>
          <a:xfrm>
            <a:off x="4537035" y="4502634"/>
            <a:ext cx="311793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CADE99C-B467-8A4B-7570-4713C5E7CD02}"/>
              </a:ext>
            </a:extLst>
          </p:cNvPr>
          <p:cNvGrpSpPr/>
          <p:nvPr/>
        </p:nvGrpSpPr>
        <p:grpSpPr>
          <a:xfrm>
            <a:off x="3677228" y="1202033"/>
            <a:ext cx="4837545" cy="2302966"/>
            <a:chOff x="6221303" y="1391135"/>
            <a:chExt cx="4397768" cy="2093605"/>
          </a:xfrm>
        </p:grpSpPr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2AF2C21-7424-B7E7-3A9E-0A393FEDDE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610219" y="1391135"/>
              <a:ext cx="1619936" cy="1605849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901B6CD9-65B5-63F7-C039-A3E359D82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221303" y="2896972"/>
              <a:ext cx="4397768" cy="587768"/>
            </a:xfrm>
            <a:prstGeom prst="rect">
              <a:avLst/>
            </a:prstGeom>
          </p:spPr>
        </p:pic>
      </p:grpSp>
      <p:sp>
        <p:nvSpPr>
          <p:cNvPr id="9" name="Forma Livre 8">
            <a:extLst>
              <a:ext uri="{FF2B5EF4-FFF2-40B4-BE49-F238E27FC236}">
                <a16:creationId xmlns:a16="http://schemas.microsoft.com/office/drawing/2014/main" id="{D7B6EF6F-55D1-CCE5-B76F-69D507D5B85C}"/>
              </a:ext>
            </a:extLst>
          </p:cNvPr>
          <p:cNvSpPr/>
          <p:nvPr/>
        </p:nvSpPr>
        <p:spPr>
          <a:xfrm rot="16200000" flipH="1">
            <a:off x="2794160" y="3203858"/>
            <a:ext cx="865920" cy="6454239"/>
          </a:xfrm>
          <a:custGeom>
            <a:avLst/>
            <a:gdLst>
              <a:gd name="connsiteX0" fmla="*/ 0 w 2666261"/>
              <a:gd name="connsiteY0" fmla="*/ 0 h 5073445"/>
              <a:gd name="connsiteX1" fmla="*/ 2666261 w 2666261"/>
              <a:gd name="connsiteY1" fmla="*/ 0 h 5073445"/>
              <a:gd name="connsiteX2" fmla="*/ 2666261 w 2666261"/>
              <a:gd name="connsiteY2" fmla="*/ 5073445 h 5073445"/>
              <a:gd name="connsiteX3" fmla="*/ 159806 w 2666261"/>
              <a:gd name="connsiteY3" fmla="*/ 5073445 h 5073445"/>
              <a:gd name="connsiteX4" fmla="*/ 0 w 2666261"/>
              <a:gd name="connsiteY4" fmla="*/ 4913639 h 5073445"/>
              <a:gd name="connsiteX0" fmla="*/ 2666261 w 2757701"/>
              <a:gd name="connsiteY0" fmla="*/ 0 h 5073445"/>
              <a:gd name="connsiteX1" fmla="*/ 2666261 w 2757701"/>
              <a:gd name="connsiteY1" fmla="*/ 5073445 h 5073445"/>
              <a:gd name="connsiteX2" fmla="*/ 159806 w 2757701"/>
              <a:gd name="connsiteY2" fmla="*/ 5073445 h 5073445"/>
              <a:gd name="connsiteX3" fmla="*/ 0 w 2757701"/>
              <a:gd name="connsiteY3" fmla="*/ 4913639 h 5073445"/>
              <a:gd name="connsiteX4" fmla="*/ 0 w 2757701"/>
              <a:gd name="connsiteY4" fmla="*/ 0 h 5073445"/>
              <a:gd name="connsiteX5" fmla="*/ 2757701 w 2757701"/>
              <a:gd name="connsiteY5" fmla="*/ 91440 h 5073445"/>
              <a:gd name="connsiteX0" fmla="*/ 2666261 w 2666261"/>
              <a:gd name="connsiteY0" fmla="*/ 0 h 5073445"/>
              <a:gd name="connsiteX1" fmla="*/ 2666261 w 2666261"/>
              <a:gd name="connsiteY1" fmla="*/ 5073445 h 5073445"/>
              <a:gd name="connsiteX2" fmla="*/ 159806 w 2666261"/>
              <a:gd name="connsiteY2" fmla="*/ 5073445 h 5073445"/>
              <a:gd name="connsiteX3" fmla="*/ 0 w 2666261"/>
              <a:gd name="connsiteY3" fmla="*/ 4913639 h 5073445"/>
              <a:gd name="connsiteX4" fmla="*/ 0 w 2666261"/>
              <a:gd name="connsiteY4" fmla="*/ 0 h 5073445"/>
              <a:gd name="connsiteX0" fmla="*/ 2666261 w 2666261"/>
              <a:gd name="connsiteY0" fmla="*/ 5073445 h 5073445"/>
              <a:gd name="connsiteX1" fmla="*/ 159806 w 2666261"/>
              <a:gd name="connsiteY1" fmla="*/ 5073445 h 5073445"/>
              <a:gd name="connsiteX2" fmla="*/ 0 w 2666261"/>
              <a:gd name="connsiteY2" fmla="*/ 4913639 h 5073445"/>
              <a:gd name="connsiteX3" fmla="*/ 0 w 2666261"/>
              <a:gd name="connsiteY3" fmla="*/ 0 h 5073445"/>
              <a:gd name="connsiteX0" fmla="*/ 2666261 w 2666261"/>
              <a:gd name="connsiteY0" fmla="*/ 8978668 h 8978668"/>
              <a:gd name="connsiteX1" fmla="*/ 159806 w 2666261"/>
              <a:gd name="connsiteY1" fmla="*/ 8978668 h 8978668"/>
              <a:gd name="connsiteX2" fmla="*/ 0 w 2666261"/>
              <a:gd name="connsiteY2" fmla="*/ 8818862 h 8978668"/>
              <a:gd name="connsiteX3" fmla="*/ 0 w 2666261"/>
              <a:gd name="connsiteY3" fmla="*/ 0 h 8978668"/>
              <a:gd name="connsiteX0" fmla="*/ 2666261 w 2666261"/>
              <a:gd name="connsiteY0" fmla="*/ 8978668 h 8978668"/>
              <a:gd name="connsiteX1" fmla="*/ 1311172 w 2666261"/>
              <a:gd name="connsiteY1" fmla="*/ 8968186 h 8978668"/>
              <a:gd name="connsiteX2" fmla="*/ 159806 w 2666261"/>
              <a:gd name="connsiteY2" fmla="*/ 8978668 h 8978668"/>
              <a:gd name="connsiteX3" fmla="*/ 0 w 2666261"/>
              <a:gd name="connsiteY3" fmla="*/ 8818862 h 8978668"/>
              <a:gd name="connsiteX4" fmla="*/ 0 w 2666261"/>
              <a:gd name="connsiteY4" fmla="*/ 0 h 8978668"/>
              <a:gd name="connsiteX0" fmla="*/ 2544244 w 2544243"/>
              <a:gd name="connsiteY0" fmla="*/ 8978671 h 8978672"/>
              <a:gd name="connsiteX1" fmla="*/ 1311172 w 2544243"/>
              <a:gd name="connsiteY1" fmla="*/ 8968186 h 8978672"/>
              <a:gd name="connsiteX2" fmla="*/ 159806 w 2544243"/>
              <a:gd name="connsiteY2" fmla="*/ 8978668 h 8978672"/>
              <a:gd name="connsiteX3" fmla="*/ 0 w 2544243"/>
              <a:gd name="connsiteY3" fmla="*/ 8818862 h 8978672"/>
              <a:gd name="connsiteX4" fmla="*/ 0 w 2544243"/>
              <a:gd name="connsiteY4" fmla="*/ 0 h 8978672"/>
              <a:gd name="connsiteX0" fmla="*/ 1311172 w 1311172"/>
              <a:gd name="connsiteY0" fmla="*/ 8968186 h 8978668"/>
              <a:gd name="connsiteX1" fmla="*/ 159806 w 1311172"/>
              <a:gd name="connsiteY1" fmla="*/ 8978668 h 8978668"/>
              <a:gd name="connsiteX2" fmla="*/ 0 w 1311172"/>
              <a:gd name="connsiteY2" fmla="*/ 8818862 h 8978668"/>
              <a:gd name="connsiteX3" fmla="*/ 0 w 1311172"/>
              <a:gd name="connsiteY3" fmla="*/ 0 h 897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1172" h="8978668">
                <a:moveTo>
                  <a:pt x="1311172" y="8968186"/>
                </a:moveTo>
                <a:lnTo>
                  <a:pt x="159806" y="8978668"/>
                </a:lnTo>
                <a:cubicBezTo>
                  <a:pt x="71548" y="8978668"/>
                  <a:pt x="0" y="8907120"/>
                  <a:pt x="0" y="8818862"/>
                </a:cubicBezTo>
                <a:lnTo>
                  <a:pt x="0" y="0"/>
                </a:lnTo>
              </a:path>
            </a:pathLst>
          </a:custGeom>
          <a:noFill/>
          <a:ln w="9525">
            <a:solidFill>
              <a:srgbClr val="DAF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noProof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AC93809-1849-919B-A0F9-1A10A7F844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09" t="16383" r="2740" b="24276"/>
          <a:stretch/>
        </p:blipFill>
        <p:spPr>
          <a:xfrm>
            <a:off x="249383" y="6264231"/>
            <a:ext cx="5860473" cy="39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6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escuto sólido">
    <p:bg>
      <p:bgPr>
        <a:solidFill>
          <a:srgbClr val="144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712F2E7E-8C5A-565B-CEEA-91E8EDC7F302}"/>
              </a:ext>
            </a:extLst>
          </p:cNvPr>
          <p:cNvGrpSpPr/>
          <p:nvPr/>
        </p:nvGrpSpPr>
        <p:grpSpPr>
          <a:xfrm rot="16200000">
            <a:off x="922193" y="-926416"/>
            <a:ext cx="789709" cy="2642540"/>
            <a:chOff x="9101972" y="-4525910"/>
            <a:chExt cx="3109692" cy="10405715"/>
          </a:xfrm>
        </p:grpSpPr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C35343F3-C310-24FF-92A4-CD31EB61468F}"/>
                </a:ext>
              </a:extLst>
            </p:cNvPr>
            <p:cNvSpPr/>
            <p:nvPr userDrawn="1"/>
          </p:nvSpPr>
          <p:spPr>
            <a:xfrm>
              <a:off x="9101972" y="-4525910"/>
              <a:ext cx="3090029" cy="10405715"/>
            </a:xfrm>
            <a:custGeom>
              <a:avLst/>
              <a:gdLst>
                <a:gd name="connsiteX0" fmla="*/ 0 w 2666261"/>
                <a:gd name="connsiteY0" fmla="*/ 0 h 5073445"/>
                <a:gd name="connsiteX1" fmla="*/ 2666261 w 2666261"/>
                <a:gd name="connsiteY1" fmla="*/ 0 h 5073445"/>
                <a:gd name="connsiteX2" fmla="*/ 2666261 w 2666261"/>
                <a:gd name="connsiteY2" fmla="*/ 5073445 h 5073445"/>
                <a:gd name="connsiteX3" fmla="*/ 159806 w 2666261"/>
                <a:gd name="connsiteY3" fmla="*/ 5073445 h 5073445"/>
                <a:gd name="connsiteX4" fmla="*/ 0 w 2666261"/>
                <a:gd name="connsiteY4" fmla="*/ 4913639 h 5073445"/>
                <a:gd name="connsiteX0" fmla="*/ 2666261 w 2757701"/>
                <a:gd name="connsiteY0" fmla="*/ 0 h 5073445"/>
                <a:gd name="connsiteX1" fmla="*/ 2666261 w 2757701"/>
                <a:gd name="connsiteY1" fmla="*/ 5073445 h 5073445"/>
                <a:gd name="connsiteX2" fmla="*/ 159806 w 2757701"/>
                <a:gd name="connsiteY2" fmla="*/ 5073445 h 5073445"/>
                <a:gd name="connsiteX3" fmla="*/ 0 w 2757701"/>
                <a:gd name="connsiteY3" fmla="*/ 4913639 h 5073445"/>
                <a:gd name="connsiteX4" fmla="*/ 0 w 2757701"/>
                <a:gd name="connsiteY4" fmla="*/ 0 h 5073445"/>
                <a:gd name="connsiteX5" fmla="*/ 2757701 w 2757701"/>
                <a:gd name="connsiteY5" fmla="*/ 91440 h 5073445"/>
                <a:gd name="connsiteX0" fmla="*/ 2666261 w 2666261"/>
                <a:gd name="connsiteY0" fmla="*/ 0 h 5073445"/>
                <a:gd name="connsiteX1" fmla="*/ 2666261 w 2666261"/>
                <a:gd name="connsiteY1" fmla="*/ 5073445 h 5073445"/>
                <a:gd name="connsiteX2" fmla="*/ 159806 w 2666261"/>
                <a:gd name="connsiteY2" fmla="*/ 5073445 h 5073445"/>
                <a:gd name="connsiteX3" fmla="*/ 0 w 2666261"/>
                <a:gd name="connsiteY3" fmla="*/ 4913639 h 5073445"/>
                <a:gd name="connsiteX4" fmla="*/ 0 w 2666261"/>
                <a:gd name="connsiteY4" fmla="*/ 0 h 5073445"/>
                <a:gd name="connsiteX0" fmla="*/ 2666261 w 2666261"/>
                <a:gd name="connsiteY0" fmla="*/ 5073445 h 5073445"/>
                <a:gd name="connsiteX1" fmla="*/ 159806 w 2666261"/>
                <a:gd name="connsiteY1" fmla="*/ 5073445 h 5073445"/>
                <a:gd name="connsiteX2" fmla="*/ 0 w 2666261"/>
                <a:gd name="connsiteY2" fmla="*/ 4913639 h 5073445"/>
                <a:gd name="connsiteX3" fmla="*/ 0 w 2666261"/>
                <a:gd name="connsiteY3" fmla="*/ 0 h 5073445"/>
                <a:gd name="connsiteX0" fmla="*/ 2666261 w 2666261"/>
                <a:gd name="connsiteY0" fmla="*/ 8978668 h 8978668"/>
                <a:gd name="connsiteX1" fmla="*/ 159806 w 2666261"/>
                <a:gd name="connsiteY1" fmla="*/ 8978668 h 8978668"/>
                <a:gd name="connsiteX2" fmla="*/ 0 w 2666261"/>
                <a:gd name="connsiteY2" fmla="*/ 8818862 h 8978668"/>
                <a:gd name="connsiteX3" fmla="*/ 0 w 2666261"/>
                <a:gd name="connsiteY3" fmla="*/ 0 h 897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6261" h="8978668">
                  <a:moveTo>
                    <a:pt x="2666261" y="8978668"/>
                  </a:moveTo>
                  <a:lnTo>
                    <a:pt x="159806" y="8978668"/>
                  </a:lnTo>
                  <a:cubicBezTo>
                    <a:pt x="71548" y="8978668"/>
                    <a:pt x="0" y="8907120"/>
                    <a:pt x="0" y="8818862"/>
                  </a:cubicBez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AFF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noProof="0"/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1725E20D-5566-DA18-1F19-4CE0B1C820D5}"/>
                </a:ext>
              </a:extLst>
            </p:cNvPr>
            <p:cNvSpPr/>
            <p:nvPr userDrawn="1"/>
          </p:nvSpPr>
          <p:spPr>
            <a:xfrm>
              <a:off x="9112232" y="-9833"/>
              <a:ext cx="3099432" cy="3088037"/>
            </a:xfrm>
            <a:custGeom>
              <a:avLst/>
              <a:gdLst>
                <a:gd name="connsiteX0" fmla="*/ 2664542 w 2674374"/>
                <a:gd name="connsiteY0" fmla="*/ 0 h 2664542"/>
                <a:gd name="connsiteX1" fmla="*/ 0 w 2674374"/>
                <a:gd name="connsiteY1" fmla="*/ 2664542 h 2664542"/>
                <a:gd name="connsiteX2" fmla="*/ 2674374 w 2674374"/>
                <a:gd name="connsiteY2" fmla="*/ 2664542 h 2664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4374" h="2664542">
                  <a:moveTo>
                    <a:pt x="2664542" y="0"/>
                  </a:moveTo>
                  <a:lnTo>
                    <a:pt x="0" y="2664542"/>
                  </a:lnTo>
                  <a:lnTo>
                    <a:pt x="2674374" y="2664542"/>
                  </a:lnTo>
                </a:path>
              </a:pathLst>
            </a:custGeom>
            <a:noFill/>
            <a:ln w="9525">
              <a:solidFill>
                <a:srgbClr val="DAFF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noProof="0"/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22D4ACE2-38E1-016F-404D-B40F06C5FF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6863623" y="867018"/>
            <a:ext cx="5518252" cy="4732682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78326209-67C0-ED3B-927B-18FA0B77CD95}"/>
              </a:ext>
            </a:extLst>
          </p:cNvPr>
          <p:cNvGrpSpPr/>
          <p:nvPr/>
        </p:nvGrpSpPr>
        <p:grpSpPr>
          <a:xfrm>
            <a:off x="7423865" y="2382197"/>
            <a:ext cx="4397768" cy="2093605"/>
            <a:chOff x="6221303" y="1391135"/>
            <a:chExt cx="4397768" cy="2093605"/>
          </a:xfrm>
        </p:grpSpPr>
        <p:pic>
          <p:nvPicPr>
            <p:cNvPr id="9" name="Imagem 8" descr="Logotipo&#10;&#10;Descrição gerada automaticamente">
              <a:extLst>
                <a:ext uri="{FF2B5EF4-FFF2-40B4-BE49-F238E27FC236}">
                  <a16:creationId xmlns:a16="http://schemas.microsoft.com/office/drawing/2014/main" id="{AD1E7302-0DB7-F943-9883-F564F0CB55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610219" y="1391135"/>
              <a:ext cx="1619936" cy="1605849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1CDDA52D-0ADB-E96B-5D54-D77F0EE9B1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221303" y="2896972"/>
              <a:ext cx="4397768" cy="587768"/>
            </a:xfrm>
            <a:prstGeom prst="rect">
              <a:avLst/>
            </a:prstGeom>
          </p:spPr>
        </p:pic>
      </p:grpSp>
      <p:sp>
        <p:nvSpPr>
          <p:cNvPr id="11" name="Forma Livre 10">
            <a:extLst>
              <a:ext uri="{FF2B5EF4-FFF2-40B4-BE49-F238E27FC236}">
                <a16:creationId xmlns:a16="http://schemas.microsoft.com/office/drawing/2014/main" id="{269937B0-87AC-EAE7-A753-4A7B14E9A6C9}"/>
              </a:ext>
            </a:extLst>
          </p:cNvPr>
          <p:cNvSpPr/>
          <p:nvPr/>
        </p:nvSpPr>
        <p:spPr>
          <a:xfrm rot="16200000" flipH="1">
            <a:off x="3294117" y="2548963"/>
            <a:ext cx="1020858" cy="7609092"/>
          </a:xfrm>
          <a:custGeom>
            <a:avLst/>
            <a:gdLst>
              <a:gd name="connsiteX0" fmla="*/ 0 w 2666261"/>
              <a:gd name="connsiteY0" fmla="*/ 0 h 5073445"/>
              <a:gd name="connsiteX1" fmla="*/ 2666261 w 2666261"/>
              <a:gd name="connsiteY1" fmla="*/ 0 h 5073445"/>
              <a:gd name="connsiteX2" fmla="*/ 2666261 w 2666261"/>
              <a:gd name="connsiteY2" fmla="*/ 5073445 h 5073445"/>
              <a:gd name="connsiteX3" fmla="*/ 159806 w 2666261"/>
              <a:gd name="connsiteY3" fmla="*/ 5073445 h 5073445"/>
              <a:gd name="connsiteX4" fmla="*/ 0 w 2666261"/>
              <a:gd name="connsiteY4" fmla="*/ 4913639 h 5073445"/>
              <a:gd name="connsiteX0" fmla="*/ 2666261 w 2757701"/>
              <a:gd name="connsiteY0" fmla="*/ 0 h 5073445"/>
              <a:gd name="connsiteX1" fmla="*/ 2666261 w 2757701"/>
              <a:gd name="connsiteY1" fmla="*/ 5073445 h 5073445"/>
              <a:gd name="connsiteX2" fmla="*/ 159806 w 2757701"/>
              <a:gd name="connsiteY2" fmla="*/ 5073445 h 5073445"/>
              <a:gd name="connsiteX3" fmla="*/ 0 w 2757701"/>
              <a:gd name="connsiteY3" fmla="*/ 4913639 h 5073445"/>
              <a:gd name="connsiteX4" fmla="*/ 0 w 2757701"/>
              <a:gd name="connsiteY4" fmla="*/ 0 h 5073445"/>
              <a:gd name="connsiteX5" fmla="*/ 2757701 w 2757701"/>
              <a:gd name="connsiteY5" fmla="*/ 91440 h 5073445"/>
              <a:gd name="connsiteX0" fmla="*/ 2666261 w 2666261"/>
              <a:gd name="connsiteY0" fmla="*/ 0 h 5073445"/>
              <a:gd name="connsiteX1" fmla="*/ 2666261 w 2666261"/>
              <a:gd name="connsiteY1" fmla="*/ 5073445 h 5073445"/>
              <a:gd name="connsiteX2" fmla="*/ 159806 w 2666261"/>
              <a:gd name="connsiteY2" fmla="*/ 5073445 h 5073445"/>
              <a:gd name="connsiteX3" fmla="*/ 0 w 2666261"/>
              <a:gd name="connsiteY3" fmla="*/ 4913639 h 5073445"/>
              <a:gd name="connsiteX4" fmla="*/ 0 w 2666261"/>
              <a:gd name="connsiteY4" fmla="*/ 0 h 5073445"/>
              <a:gd name="connsiteX0" fmla="*/ 2666261 w 2666261"/>
              <a:gd name="connsiteY0" fmla="*/ 5073445 h 5073445"/>
              <a:gd name="connsiteX1" fmla="*/ 159806 w 2666261"/>
              <a:gd name="connsiteY1" fmla="*/ 5073445 h 5073445"/>
              <a:gd name="connsiteX2" fmla="*/ 0 w 2666261"/>
              <a:gd name="connsiteY2" fmla="*/ 4913639 h 5073445"/>
              <a:gd name="connsiteX3" fmla="*/ 0 w 2666261"/>
              <a:gd name="connsiteY3" fmla="*/ 0 h 5073445"/>
              <a:gd name="connsiteX0" fmla="*/ 2666261 w 2666261"/>
              <a:gd name="connsiteY0" fmla="*/ 8978668 h 8978668"/>
              <a:gd name="connsiteX1" fmla="*/ 159806 w 2666261"/>
              <a:gd name="connsiteY1" fmla="*/ 8978668 h 8978668"/>
              <a:gd name="connsiteX2" fmla="*/ 0 w 2666261"/>
              <a:gd name="connsiteY2" fmla="*/ 8818862 h 8978668"/>
              <a:gd name="connsiteX3" fmla="*/ 0 w 2666261"/>
              <a:gd name="connsiteY3" fmla="*/ 0 h 8978668"/>
              <a:gd name="connsiteX0" fmla="*/ 2666261 w 2666261"/>
              <a:gd name="connsiteY0" fmla="*/ 8978668 h 8978668"/>
              <a:gd name="connsiteX1" fmla="*/ 1311172 w 2666261"/>
              <a:gd name="connsiteY1" fmla="*/ 8968186 h 8978668"/>
              <a:gd name="connsiteX2" fmla="*/ 159806 w 2666261"/>
              <a:gd name="connsiteY2" fmla="*/ 8978668 h 8978668"/>
              <a:gd name="connsiteX3" fmla="*/ 0 w 2666261"/>
              <a:gd name="connsiteY3" fmla="*/ 8818862 h 8978668"/>
              <a:gd name="connsiteX4" fmla="*/ 0 w 2666261"/>
              <a:gd name="connsiteY4" fmla="*/ 0 h 8978668"/>
              <a:gd name="connsiteX0" fmla="*/ 2544244 w 2544243"/>
              <a:gd name="connsiteY0" fmla="*/ 8978671 h 8978672"/>
              <a:gd name="connsiteX1" fmla="*/ 1311172 w 2544243"/>
              <a:gd name="connsiteY1" fmla="*/ 8968186 h 8978672"/>
              <a:gd name="connsiteX2" fmla="*/ 159806 w 2544243"/>
              <a:gd name="connsiteY2" fmla="*/ 8978668 h 8978672"/>
              <a:gd name="connsiteX3" fmla="*/ 0 w 2544243"/>
              <a:gd name="connsiteY3" fmla="*/ 8818862 h 8978672"/>
              <a:gd name="connsiteX4" fmla="*/ 0 w 2544243"/>
              <a:gd name="connsiteY4" fmla="*/ 0 h 8978672"/>
              <a:gd name="connsiteX0" fmla="*/ 1311172 w 1311172"/>
              <a:gd name="connsiteY0" fmla="*/ 8968186 h 8978668"/>
              <a:gd name="connsiteX1" fmla="*/ 159806 w 1311172"/>
              <a:gd name="connsiteY1" fmla="*/ 8978668 h 8978668"/>
              <a:gd name="connsiteX2" fmla="*/ 0 w 1311172"/>
              <a:gd name="connsiteY2" fmla="*/ 8818862 h 8978668"/>
              <a:gd name="connsiteX3" fmla="*/ 0 w 1311172"/>
              <a:gd name="connsiteY3" fmla="*/ 0 h 897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1172" h="8978668">
                <a:moveTo>
                  <a:pt x="1311172" y="8968186"/>
                </a:moveTo>
                <a:lnTo>
                  <a:pt x="159806" y="8978668"/>
                </a:lnTo>
                <a:cubicBezTo>
                  <a:pt x="71548" y="8978668"/>
                  <a:pt x="0" y="8907120"/>
                  <a:pt x="0" y="8818862"/>
                </a:cubicBezTo>
                <a:lnTo>
                  <a:pt x="0" y="0"/>
                </a:lnTo>
              </a:path>
            </a:pathLst>
          </a:custGeom>
          <a:noFill/>
          <a:ln w="9525">
            <a:solidFill>
              <a:srgbClr val="DAF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noProof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36DEAFA9-8221-9194-2F2A-807E12333D5B}"/>
              </a:ext>
            </a:extLst>
          </p:cNvPr>
          <p:cNvCxnSpPr/>
          <p:nvPr/>
        </p:nvCxnSpPr>
        <p:spPr>
          <a:xfrm>
            <a:off x="2638318" y="518242"/>
            <a:ext cx="9553682" cy="0"/>
          </a:xfrm>
          <a:prstGeom prst="line">
            <a:avLst/>
          </a:prstGeom>
          <a:noFill/>
          <a:ln w="9525">
            <a:solidFill>
              <a:srgbClr val="DAF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D0C7561E-1A92-4902-EB7A-E3D05CF79E16}"/>
              </a:ext>
            </a:extLst>
          </p:cNvPr>
          <p:cNvCxnSpPr/>
          <p:nvPr/>
        </p:nvCxnSpPr>
        <p:spPr>
          <a:xfrm flipV="1">
            <a:off x="11875324" y="-1"/>
            <a:ext cx="0" cy="518243"/>
          </a:xfrm>
          <a:prstGeom prst="line">
            <a:avLst/>
          </a:prstGeom>
          <a:noFill/>
          <a:ln w="9525">
            <a:solidFill>
              <a:srgbClr val="DAF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449795A-8DEC-B074-3E38-2D815F1E2D34}"/>
              </a:ext>
            </a:extLst>
          </p:cNvPr>
          <p:cNvCxnSpPr>
            <a:cxnSpLocks/>
          </p:cNvCxnSpPr>
          <p:nvPr/>
        </p:nvCxnSpPr>
        <p:spPr>
          <a:xfrm>
            <a:off x="7609093" y="6639971"/>
            <a:ext cx="4592803" cy="0"/>
          </a:xfrm>
          <a:prstGeom prst="line">
            <a:avLst/>
          </a:prstGeom>
          <a:noFill/>
          <a:ln w="9525">
            <a:solidFill>
              <a:srgbClr val="DAF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F777FB41-E5A9-09C5-52B8-0261DAF935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09" t="16383" r="2740" b="24276"/>
          <a:stretch/>
        </p:blipFill>
        <p:spPr>
          <a:xfrm>
            <a:off x="249383" y="6264231"/>
            <a:ext cx="5860473" cy="39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3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326968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title,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5472113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_SM">
            <a:extLst>
              <a:ext uri="{FF2B5EF4-FFF2-40B4-BE49-F238E27FC236}">
                <a16:creationId xmlns:a16="http://schemas.microsoft.com/office/drawing/2014/main" id="{AC5B9436-E3EB-4A3D-BE6B-EFFF8123DE9D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411061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262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6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2" r:id="rId3"/>
    <p:sldLayoutId id="2147483663" r:id="rId4"/>
    <p:sldLayoutId id="2147483664" r:id="rId5"/>
    <p:sldLayoutId id="2147483665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o Office">
  <a:themeElements>
    <a:clrScheme name="Paleta Leo">
      <a:dk1>
        <a:srgbClr val="171818"/>
      </a:dk1>
      <a:lt1>
        <a:srgbClr val="FFFFFF"/>
      </a:lt1>
      <a:dk2>
        <a:srgbClr val="043420"/>
      </a:dk2>
      <a:lt2>
        <a:srgbClr val="FFFFFF"/>
      </a:lt2>
      <a:accent1>
        <a:srgbClr val="119E07"/>
      </a:accent1>
      <a:accent2>
        <a:srgbClr val="DAFF06"/>
      </a:accent2>
      <a:accent3>
        <a:srgbClr val="82B400"/>
      </a:accent3>
      <a:accent4>
        <a:srgbClr val="FE3100"/>
      </a:accent4>
      <a:accent5>
        <a:srgbClr val="FFED00"/>
      </a:accent5>
      <a:accent6>
        <a:srgbClr val="6E34BB"/>
      </a:accent6>
      <a:hlink>
        <a:srgbClr val="007BE2"/>
      </a:hlink>
      <a:folHlink>
        <a:srgbClr val="8B034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7D18AD68B25448A7BB83AF7E098086" ma:contentTypeVersion="15" ma:contentTypeDescription="Create a new document." ma:contentTypeScope="" ma:versionID="0c84523907ec266a6b2ec966ba03127a">
  <xsd:schema xmlns:xsd="http://www.w3.org/2001/XMLSchema" xmlns:xs="http://www.w3.org/2001/XMLSchema" xmlns:p="http://schemas.microsoft.com/office/2006/metadata/properties" xmlns:ns2="cd200796-d514-468e-a788-aecdfd7a79a4" xmlns:ns3="53f66112-3f4a-4fcf-bcc9-4b0f47d68dfa" targetNamespace="http://schemas.microsoft.com/office/2006/metadata/properties" ma:root="true" ma:fieldsID="a4ca18080717c1a3110f49d60141c7cf" ns2:_="" ns3:_="">
    <xsd:import namespace="cd200796-d514-468e-a788-aecdfd7a79a4"/>
    <xsd:import namespace="53f66112-3f4a-4fcf-bcc9-4b0f47d68d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200796-d514-468e-a788-aecdfd7a7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7d9369a-c578-430a-829d-2b3392d3e5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2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f66112-3f4a-4fcf-bcc9-4b0f47d68df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4456ad6-1fe4-403e-9ef6-b2a9b93edd50}" ma:internalName="TaxCatchAll" ma:showField="CatchAllData" ma:web="53f66112-3f4a-4fcf-bcc9-4b0f47d68d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200796-d514-468e-a788-aecdfd7a79a4">
      <Terms xmlns="http://schemas.microsoft.com/office/infopath/2007/PartnerControls"/>
    </lcf76f155ced4ddcb4097134ff3c332f>
    <TaxCatchAll xmlns="53f66112-3f4a-4fcf-bcc9-4b0f47d68dfa" xsi:nil="true"/>
    <_Flow_SignoffStatus xmlns="cd200796-d514-468e-a788-aecdfd7a79a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896DA6-461C-4771-8FEA-3A3C9E43463D}">
  <ds:schemaRefs>
    <ds:schemaRef ds:uri="53f66112-3f4a-4fcf-bcc9-4b0f47d68dfa"/>
    <ds:schemaRef ds:uri="cd200796-d514-468e-a788-aecdfd7a79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B68FEFF-9385-4265-9523-3CBFF7B9DB60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cd200796-d514-468e-a788-aecdfd7a79a4"/>
    <ds:schemaRef ds:uri="http://schemas.openxmlformats.org/package/2006/metadata/core-properties"/>
    <ds:schemaRef ds:uri="53f66112-3f4a-4fcf-bcc9-4b0f47d68df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91AA6D8-D0B9-4664-8386-8330179B3C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1713</Words>
  <Application>Microsoft Office PowerPoint</Application>
  <PresentationFormat>Widescreen</PresentationFormat>
  <Paragraphs>208</Paragraphs>
  <Slides>13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Arial</vt:lpstr>
      <vt:lpstr>Ericsson Hilda Light</vt:lpstr>
      <vt:lpstr>Tema do Office</vt:lpstr>
      <vt:lpstr>Apresentação do PowerPoint</vt:lpstr>
      <vt:lpstr>Informações da solicitação</vt:lpstr>
      <vt:lpstr>Objetivos</vt:lpstr>
      <vt:lpstr>Modelo de Operação</vt:lpstr>
      <vt:lpstr>Detalhamento: situação atual (AS IS)</vt:lpstr>
      <vt:lpstr>Detalhamento: diagrama alto nível (TO BE)</vt:lpstr>
      <vt:lpstr>Detalhamento: desenho técnico e fluxos controlados</vt:lpstr>
      <vt:lpstr>Detalhamento: operação, atualização e resiliência</vt:lpstr>
      <vt:lpstr>Detalhamento: gestão de sobras (AS IS x TO BE)</vt:lpstr>
      <vt:lpstr>Benefícios Esperados</vt:lpstr>
      <vt:lpstr>Custo</vt:lpstr>
      <vt:lpstr>Plano de Implementação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 Lean - David Alexandre Soares</dc:creator>
  <cp:lastModifiedBy>Aleksandr Kopelevitch</cp:lastModifiedBy>
  <cp:revision>4</cp:revision>
  <dcterms:created xsi:type="dcterms:W3CDTF">2025-03-25T13:16:22Z</dcterms:created>
  <dcterms:modified xsi:type="dcterms:W3CDTF">2026-08-11T11:43:59Z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0x010100F17D18AD68B25448A7BB83AF7E098086</vt:lpwstr>
  </property>
  <property fmtid="{D5CDD505-2E9C-101B-9397-08002B2CF9AE}" pid="3" name="MediaServiceImageTags">
    <vt:lpwstr/>
  </property>
  <property fmtid="{D5CDD505-2E9C-101B-9397-08002B2CF9AE}" pid="4" name="MSIP_Label_aca8faab-28b7-421d-8041-47022e510fb7_Enabled">
    <vt:lpwstr>true</vt:lpwstr>
  </property>
  <property fmtid="{D5CDD505-2E9C-101B-9397-08002B2CF9AE}" pid="5" name="MSIP_Label_aca8faab-28b7-421d-8041-47022e510fb7_SetDate">
    <vt:lpwstr>2025-07-29T20:23:29Z</vt:lpwstr>
  </property>
  <property fmtid="{D5CDD505-2E9C-101B-9397-08002B2CF9AE}" pid="6" name="MSIP_Label_aca8faab-28b7-421d-8041-47022e510fb7_Method">
    <vt:lpwstr>Privileged</vt:lpwstr>
  </property>
  <property fmtid="{D5CDD505-2E9C-101B-9397-08002B2CF9AE}" pid="7" name="MSIP_Label_aca8faab-28b7-421d-8041-47022e510fb7_Name">
    <vt:lpwstr>Restrito</vt:lpwstr>
  </property>
  <property fmtid="{D5CDD505-2E9C-101B-9397-08002B2CF9AE}" pid="8" name="MSIP_Label_aca8faab-28b7-421d-8041-47022e510fb7_SiteId">
    <vt:lpwstr>5c94adcd-3214-4fd6-9a73-23e854b9f0c4</vt:lpwstr>
  </property>
  <property fmtid="{D5CDD505-2E9C-101B-9397-08002B2CF9AE}" pid="9" name="MSIP_Label_aca8faab-28b7-421d-8041-47022e510fb7_ActionId">
    <vt:lpwstr>c82065ea-c6b5-489a-901f-febb98bef3dc</vt:lpwstr>
  </property>
  <property fmtid="{D5CDD505-2E9C-101B-9397-08002B2CF9AE}" pid="10" name="MSIP_Label_aca8faab-28b7-421d-8041-47022e510fb7_ContentBits">
    <vt:lpwstr>0</vt:lpwstr>
  </property>
  <property fmtid="{D5CDD505-2E9C-101B-9397-08002B2CF9AE}" pid="11" name="MSIP_Label_aca8faab-28b7-421d-8041-47022e510fb7_Tag">
    <vt:lpwstr>10, 0, 1, 1</vt:lpwstr>
  </property>
</Properties>
</file>